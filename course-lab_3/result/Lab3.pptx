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258" r:id="rId3"/>
    <p:sldId id="259" r:id="rId4"/>
    <p:sldId id="267" r:id="rId5"/>
    <p:sldId id="268" r:id="rId6"/>
    <p:sldId id="260" r:id="rId7"/>
    <p:sldId id="261" r:id="rId8"/>
    <p:sldId id="262" r:id="rId9"/>
    <p:sldId id="263" r:id="rId10"/>
    <p:sldId id="264" r:id="rId11"/>
    <p:sldId id="265" r:id="rId12"/>
    <p:sldId id="269" r:id="rId1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6B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63" autoAdjust="0"/>
    <p:restoredTop sz="90941" autoAdjust="0"/>
  </p:normalViewPr>
  <p:slideViewPr>
    <p:cSldViewPr snapToGrid="0">
      <p:cViewPr>
        <p:scale>
          <a:sx n="75" d="100"/>
          <a:sy n="75" d="100"/>
        </p:scale>
        <p:origin x="1008" y="-2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-3822" y="-7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DDF730-D5BD-408C-AAAF-86ED09196212}" type="datetimeFigureOut">
              <a:rPr lang="zh-TW" altLang="en-US" smtClean="0"/>
              <a:t>2024/10/22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CFFAE8-B663-45FE-ABF6-5C4B27D6B91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1836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CFFAE8-B663-45FE-ABF6-5C4B27D6B915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58984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4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A64B4-4327-4F6A-A140-5BDED692BA99}" type="datetimeFigureOut">
              <a:rPr lang="zh-TW" altLang="en-US" smtClean="0"/>
              <a:t>2024/10/22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BEBE-139C-4F4A-87B4-C5FD79C70161}" type="slidenum">
              <a:rPr lang="zh-TW" altLang="en-US" smtClean="0"/>
              <a:t>‹#›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9404CB8-58AF-A257-03C3-24CAEF50B08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2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astelsSmooth/>
                    </a14:imgEffect>
                  </a14:imgLayer>
                </a14:imgProps>
              </a:ext>
            </a:extLst>
          </a:blip>
          <a:srcRect l="56526" t="32482"/>
          <a:stretch/>
        </p:blipFill>
        <p:spPr>
          <a:xfrm>
            <a:off x="9916998" y="4647230"/>
            <a:ext cx="2309299" cy="2201708"/>
          </a:xfrm>
          <a:prstGeom prst="rect">
            <a:avLst/>
          </a:prstGeom>
          <a:effectLst>
            <a:softEdge rad="635000"/>
          </a:effectLst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18CC766D-A6D2-6FE4-4AE4-BD1114262C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9925" r="89325">
                        <a14:foregroundMark x1="63787" y1="82716" x2="88787" y2="47531"/>
                        <a14:foregroundMark x1="88787" y1="47531" x2="89154" y2="45062"/>
                      </a14:backgroundRemoval>
                    </a14:imgEffect>
                  </a14:imgLayer>
                </a14:imgProps>
              </a:ext>
            </a:extLst>
          </a:blip>
          <a:srcRect r="750"/>
          <a:stretch/>
        </p:blipFill>
        <p:spPr>
          <a:xfrm>
            <a:off x="7768045" y="6230874"/>
            <a:ext cx="4423955" cy="538452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797D55AF-990D-822E-5DCD-240609F29875}"/>
              </a:ext>
            </a:extLst>
          </p:cNvPr>
          <p:cNvSpPr/>
          <p:nvPr/>
        </p:nvSpPr>
        <p:spPr>
          <a:xfrm>
            <a:off x="0" y="6658494"/>
            <a:ext cx="12192000" cy="199506"/>
          </a:xfrm>
          <a:prstGeom prst="rect">
            <a:avLst/>
          </a:prstGeom>
          <a:solidFill>
            <a:srgbClr val="192F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0148D4D3-F5B1-4A3F-4ABC-EE1F29BBE7B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alphaModFix amt="22000"/>
          </a:blip>
          <a:srcRect t="6314"/>
          <a:stretch/>
        </p:blipFill>
        <p:spPr>
          <a:xfrm>
            <a:off x="0" y="9062"/>
            <a:ext cx="12192000" cy="876637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1A9CFFFA-1202-CFAA-E771-E1588181586B}"/>
              </a:ext>
            </a:extLst>
          </p:cNvPr>
          <p:cNvSpPr/>
          <p:nvPr/>
        </p:nvSpPr>
        <p:spPr>
          <a:xfrm>
            <a:off x="3823855" y="0"/>
            <a:ext cx="8358909" cy="301198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38000">
                <a:schemeClr val="bg1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D59B8B0-7FAF-0C28-9EC9-6A7E3BC136F8}"/>
              </a:ext>
            </a:extLst>
          </p:cNvPr>
          <p:cNvSpPr/>
          <p:nvPr/>
        </p:nvSpPr>
        <p:spPr>
          <a:xfrm>
            <a:off x="7728" y="554768"/>
            <a:ext cx="12175036" cy="111112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23000">
                <a:schemeClr val="bg1"/>
              </a:gs>
              <a:gs pos="100000">
                <a:schemeClr val="bg1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1A62C3-137B-7C71-720D-378EDD1BC504}"/>
              </a:ext>
            </a:extLst>
          </p:cNvPr>
          <p:cNvSpPr/>
          <p:nvPr/>
        </p:nvSpPr>
        <p:spPr>
          <a:xfrm>
            <a:off x="1254919" y="3539753"/>
            <a:ext cx="9653803" cy="45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5" name="Picture 4" descr="臺大校徽- 國立臺灣大學">
            <a:extLst>
              <a:ext uri="{FF2B5EF4-FFF2-40B4-BE49-F238E27FC236}">
                <a16:creationId xmlns:a16="http://schemas.microsoft.com/office/drawing/2014/main" id="{AD0BC4DB-2814-6604-1489-152EB1DD80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5395" y="9061"/>
            <a:ext cx="1188876" cy="1178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按一下以編輯母片副標題樣式</a:t>
            </a:r>
            <a:endParaRPr 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BE789E7-A42E-053E-225F-4E3B72A02730}"/>
              </a:ext>
            </a:extLst>
          </p:cNvPr>
          <p:cNvSpPr/>
          <p:nvPr/>
        </p:nvSpPr>
        <p:spPr>
          <a:xfrm>
            <a:off x="11647054" y="6230873"/>
            <a:ext cx="554181" cy="511739"/>
          </a:xfrm>
          <a:prstGeom prst="rect">
            <a:avLst/>
          </a:prstGeom>
          <a:solidFill>
            <a:srgbClr val="192F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8F3A830-C263-6D54-751F-AF9CDB2CA2A5}"/>
              </a:ext>
            </a:extLst>
          </p:cNvPr>
          <p:cNvSpPr txBox="1"/>
          <p:nvPr/>
        </p:nvSpPr>
        <p:spPr>
          <a:xfrm>
            <a:off x="11157360" y="6399994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chemeClr val="bg1"/>
                </a:solidFill>
                <a:latin typeface="Arial Black" panose="020B0A04020102020204" pitchFamily="34" charset="0"/>
              </a:rPr>
              <a:t>ECLAB</a:t>
            </a:r>
            <a:endParaRPr lang="zh-TW" alt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73810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127" y="214466"/>
            <a:ext cx="10515600" cy="534155"/>
          </a:xfrm>
        </p:spPr>
        <p:txBody>
          <a:bodyPr/>
          <a:lstStyle>
            <a:lvl1pPr>
              <a:defRPr baseline="0">
                <a:solidFill>
                  <a:srgbClr val="002060"/>
                </a:solidFill>
                <a:latin typeface="+mn-lt"/>
                <a:ea typeface="+mn-ea"/>
                <a:cs typeface="Arial Unicode MS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5127" y="1136071"/>
            <a:ext cx="10515600" cy="507769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A64B4-4327-4F6A-A140-5BDED692BA99}" type="datetimeFigureOut">
              <a:rPr lang="zh-TW" altLang="en-US" smtClean="0"/>
              <a:t>2024/10/22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BEBE-139C-4F4A-87B4-C5FD79C70161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15975C-FBC9-5DE0-5F8C-4883BA8730C2}"/>
              </a:ext>
            </a:extLst>
          </p:cNvPr>
          <p:cNvSpPr/>
          <p:nvPr/>
        </p:nvSpPr>
        <p:spPr>
          <a:xfrm>
            <a:off x="645319" y="894194"/>
            <a:ext cx="11094099" cy="45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AC694E98-9393-AC65-DDA2-61486794BF5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3546"/>
          <a:stretch/>
        </p:blipFill>
        <p:spPr>
          <a:xfrm flipV="1">
            <a:off x="9294829" y="4893"/>
            <a:ext cx="2897171" cy="76410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7EC05BD5-6EB6-0D06-C257-2C9F9A1076C1}"/>
              </a:ext>
            </a:extLst>
          </p:cNvPr>
          <p:cNvSpPr txBox="1"/>
          <p:nvPr/>
        </p:nvSpPr>
        <p:spPr>
          <a:xfrm>
            <a:off x="10411761" y="8880"/>
            <a:ext cx="17659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2000" b="0" dirty="0">
                <a:solidFill>
                  <a:schemeClr val="accent1">
                    <a:lumMod val="40000"/>
                    <a:lumOff val="60000"/>
                  </a:schemeClr>
                </a:solidFill>
                <a:latin typeface="Impact" panose="020B0806030902050204" pitchFamily="34" charset="0"/>
              </a:rPr>
              <a:t>ECLAB</a:t>
            </a:r>
            <a:endParaRPr lang="zh-TW" altLang="en-US" sz="2000" b="0" dirty="0">
              <a:solidFill>
                <a:schemeClr val="accent1">
                  <a:lumMod val="40000"/>
                  <a:lumOff val="60000"/>
                </a:schemeClr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3450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A64B4-4327-4F6A-A140-5BDED692BA99}" type="datetimeFigureOut">
              <a:rPr lang="zh-TW" altLang="en-US" smtClean="0"/>
              <a:t>2024/10/22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BEBE-139C-4F4A-87B4-C5FD79C7016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7237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A64B4-4327-4F6A-A140-5BDED692BA99}" type="datetimeFigureOut">
              <a:rPr lang="zh-TW" altLang="en-US" smtClean="0"/>
              <a:t>2024/10/22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BEBE-139C-4F4A-87B4-C5FD79C7016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036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A64B4-4327-4F6A-A140-5BDED692BA99}" type="datetimeFigureOut">
              <a:rPr lang="zh-TW" altLang="en-US" smtClean="0"/>
              <a:t>2024/10/22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BEBE-139C-4F4A-87B4-C5FD79C70161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0007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A64B4-4327-4F6A-A140-5BDED692BA99}" type="datetimeFigureOut">
              <a:rPr lang="zh-TW" altLang="en-US" smtClean="0"/>
              <a:t>2024/10/22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BEBE-139C-4F4A-87B4-C5FD79C70161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243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A64B4-4327-4F6A-A140-5BDED692BA99}" type="datetimeFigureOut">
              <a:rPr lang="zh-TW" altLang="en-US" smtClean="0"/>
              <a:t>2024/10/22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BEBE-139C-4F4A-87B4-C5FD79C7016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0043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A64B4-4327-4F6A-A140-5BDED692BA99}" type="datetimeFigureOut">
              <a:rPr lang="zh-TW" altLang="en-US" smtClean="0"/>
              <a:t>2024/10/22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BEBE-139C-4F4A-87B4-C5FD79C7016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6012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A64B4-4327-4F6A-A140-5BDED692BA99}" type="datetimeFigureOut">
              <a:rPr lang="zh-TW" altLang="en-US" smtClean="0"/>
              <a:t>2024/10/22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BEBE-139C-4F4A-87B4-C5FD79C7016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0637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A64B4-4327-4F6A-A140-5BDED692BA99}" type="datetimeFigureOut">
              <a:rPr lang="zh-TW" altLang="en-US" smtClean="0"/>
              <a:t>2024/10/22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BEBE-139C-4F4A-87B4-C5FD79C7016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01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A64B4-4327-4F6A-A140-5BDED692BA99}" type="datetimeFigureOut">
              <a:rPr lang="zh-TW" altLang="en-US" smtClean="0"/>
              <a:t>2024/10/22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BEBE-139C-4F4A-87B4-C5FD79C7016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51464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0AA64B4-4327-4F6A-A140-5BDED692BA99}" type="datetimeFigureOut">
              <a:rPr lang="zh-TW" altLang="en-US" smtClean="0"/>
              <a:t>2024/10/22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62BEBE-139C-4F4A-87B4-C5FD79C7016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445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189609" y="1122363"/>
            <a:ext cx="9641148" cy="2387600"/>
          </a:xfrm>
        </p:spPr>
        <p:txBody>
          <a:bodyPr>
            <a:normAutofit/>
          </a:bodyPr>
          <a:lstStyle/>
          <a:p>
            <a:r>
              <a:rPr lang="en-US" altLang="zh-TW" sz="4800" dirty="0">
                <a:solidFill>
                  <a:srgbClr val="002060"/>
                </a:solidFill>
              </a:rPr>
              <a:t>Lab3 Verilog</a:t>
            </a:r>
            <a:r>
              <a:rPr lang="zh-TW" altLang="en-US" sz="4800" dirty="0">
                <a:solidFill>
                  <a:srgbClr val="002060"/>
                </a:solidFill>
              </a:rPr>
              <a:t> </a:t>
            </a:r>
            <a:r>
              <a:rPr lang="en-US" altLang="zh-TW" sz="4800" dirty="0">
                <a:solidFill>
                  <a:srgbClr val="002060"/>
                </a:solidFill>
              </a:rPr>
              <a:t>FIR</a:t>
            </a:r>
            <a:endParaRPr lang="zh-TW" altLang="en-US" sz="4800" dirty="0">
              <a:solidFill>
                <a:srgbClr val="00206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774758"/>
            <a:ext cx="9144000" cy="465465"/>
          </a:xfrm>
        </p:spPr>
        <p:txBody>
          <a:bodyPr/>
          <a:lstStyle/>
          <a:p>
            <a:r>
              <a:rPr lang="en-US" altLang="zh-TW" dirty="0">
                <a:solidFill>
                  <a:srgbClr val="002060"/>
                </a:solidFill>
              </a:rPr>
              <a:t>R12943168</a:t>
            </a:r>
            <a:r>
              <a:rPr lang="zh-TW" altLang="en-US" dirty="0">
                <a:solidFill>
                  <a:srgbClr val="002060"/>
                </a:solidFill>
              </a:rPr>
              <a:t> 陳瀚坪</a:t>
            </a:r>
          </a:p>
        </p:txBody>
      </p:sp>
    </p:spTree>
    <p:extLst>
      <p:ext uri="{BB962C8B-B14F-4D97-AF65-F5344CB8AC3E}">
        <p14:creationId xmlns:p14="http://schemas.microsoft.com/office/powerpoint/2010/main" val="42123908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CC6601-5BCE-4230-B2FA-8CD5356B3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BC9CD80-EA4C-46AD-96BB-254D3ED9F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Block Diagram</a:t>
            </a:r>
          </a:p>
          <a:p>
            <a:r>
              <a:rPr lang="en-US" altLang="zh-TW" dirty="0"/>
              <a:t>Waveform</a:t>
            </a:r>
          </a:p>
          <a:p>
            <a:r>
              <a:rPr lang="en-US" altLang="zh-TW" dirty="0"/>
              <a:t>Tap/Data RAM access sequence &amp; its control</a:t>
            </a:r>
          </a:p>
          <a:p>
            <a:r>
              <a:rPr lang="en-US" altLang="zh-TW" dirty="0"/>
              <a:t>Axilite access timing</a:t>
            </a:r>
          </a:p>
          <a:p>
            <a:r>
              <a:rPr lang="en-US" altLang="zh-TW" dirty="0"/>
              <a:t>Axistream X, Y access timing</a:t>
            </a:r>
          </a:p>
          <a:p>
            <a:r>
              <a:rPr lang="en-US" altLang="zh-TW" dirty="0"/>
              <a:t>Special cases handling</a:t>
            </a:r>
          </a:p>
          <a:p>
            <a:r>
              <a:rPr lang="en-US" altLang="zh-TW" dirty="0"/>
              <a:t>Testbench</a:t>
            </a:r>
          </a:p>
          <a:p>
            <a:r>
              <a:rPr lang="en-US" altLang="zh-TW" dirty="0"/>
              <a:t> Code Review Questions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98151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40E4A9-F53E-488D-B422-41C424D54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Block Diagram</a:t>
            </a:r>
            <a:endParaRPr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7D4F27DC-0351-42BA-AE39-C80E66DC4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Datapath</a:t>
            </a:r>
            <a:endParaRPr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C206C2CF-0CC8-4D00-8EE1-5024001C487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78" t="12219" r="13896" b="7337"/>
          <a:stretch/>
        </p:blipFill>
        <p:spPr>
          <a:xfrm rot="16200000">
            <a:off x="3548678" y="-21957"/>
            <a:ext cx="5094643" cy="8270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205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40E4A9-F53E-488D-B422-41C424D54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Block Diagram</a:t>
            </a:r>
            <a:endParaRPr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7D4F27DC-0351-42BA-AE39-C80E66DC4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127" y="1136071"/>
            <a:ext cx="10515600" cy="534155"/>
          </a:xfrm>
        </p:spPr>
        <p:txBody>
          <a:bodyPr/>
          <a:lstStyle/>
          <a:p>
            <a:r>
              <a:rPr lang="en-US" altLang="zh-TW" dirty="0"/>
              <a:t>FSM (ap_ctrl)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D28BADC-E242-4AB9-846B-1B6548BA1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17" y="1731358"/>
            <a:ext cx="11444365" cy="399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548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40E4A9-F53E-488D-B422-41C424D54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Block Diagram</a:t>
            </a:r>
            <a:endParaRPr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7D4F27DC-0351-42BA-AE39-C80E66DC4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127" y="1136071"/>
            <a:ext cx="10515600" cy="534155"/>
          </a:xfrm>
        </p:spPr>
        <p:txBody>
          <a:bodyPr/>
          <a:lstStyle/>
          <a:p>
            <a:r>
              <a:rPr lang="en-US" altLang="zh-TW" dirty="0"/>
              <a:t>FSM (filter)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1A40DDC-9E87-449D-B35E-890564C51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98" y="1670226"/>
            <a:ext cx="11486803" cy="4440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311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40E4A9-F53E-488D-B422-41C424D54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Waveform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FD94A8-2FAC-48C2-91B3-436246723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127" y="1136071"/>
            <a:ext cx="10515600" cy="1698569"/>
          </a:xfrm>
        </p:spPr>
        <p:txBody>
          <a:bodyPr/>
          <a:lstStyle/>
          <a:p>
            <a:r>
              <a:rPr lang="en-US" altLang="zh-TW" dirty="0"/>
              <a:t>Waveform (11T / per Y)</a:t>
            </a:r>
          </a:p>
          <a:p>
            <a:r>
              <a:rPr lang="en-US" altLang="zh-TW" dirty="0"/>
              <a:t>ap_ctrl</a:t>
            </a:r>
          </a:p>
          <a:p>
            <a:r>
              <a:rPr lang="en-US" altLang="zh-TW" dirty="0"/>
              <a:t>fir_state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8BD0BCE-3E0B-42E0-9BEA-6F9781A6359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85" t="11161" b="64895"/>
          <a:stretch/>
        </p:blipFill>
        <p:spPr>
          <a:xfrm>
            <a:off x="397150" y="2947566"/>
            <a:ext cx="11411554" cy="369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2541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40E4A9-F53E-488D-B422-41C424D54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Tap/Data RAM access sequence &amp; its control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E31CF60-56E0-4ECA-9E09-5B361F199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84" y="1138994"/>
            <a:ext cx="11462431" cy="195459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CCDE1C1-1D12-4E74-B6EA-C4E3D07D0B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72" y="3338622"/>
            <a:ext cx="11359856" cy="314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7956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40E4A9-F53E-488D-B422-41C424D54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Axilite access timing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B319B67-A94C-4C03-80D9-C541E9412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438" y="977359"/>
            <a:ext cx="9809123" cy="264909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127A973-9635-4D96-8839-B63D682387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567" y="3672921"/>
            <a:ext cx="9276865" cy="3185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890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40E4A9-F53E-488D-B422-41C424D54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Special cases handling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FD94A8-2FAC-48C2-91B3-436246723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127" y="1136072"/>
            <a:ext cx="10515600" cy="3100648"/>
          </a:xfrm>
        </p:spPr>
        <p:txBody>
          <a:bodyPr/>
          <a:lstStyle/>
          <a:p>
            <a:r>
              <a:rPr lang="en-US" altLang="zh-TW" dirty="0"/>
              <a:t>Special Case</a:t>
            </a:r>
          </a:p>
          <a:p>
            <a:pPr lvl="1"/>
            <a:r>
              <a:rPr lang="en-US" altLang="zh-TW" dirty="0"/>
              <a:t>X input too fast / too slow</a:t>
            </a:r>
          </a:p>
          <a:p>
            <a:pPr lvl="1"/>
            <a:r>
              <a:rPr lang="en-US" altLang="zh-TW" dirty="0"/>
              <a:t>Y output too fast / too slow</a:t>
            </a:r>
          </a:p>
          <a:p>
            <a:pPr lvl="1"/>
            <a:endParaRPr lang="en-US" altLang="zh-TW" dirty="0"/>
          </a:p>
          <a:p>
            <a:r>
              <a:rPr lang="en-US" altLang="zh-TW" dirty="0"/>
              <a:t>To Do List</a:t>
            </a:r>
          </a:p>
          <a:p>
            <a:pPr lvl="1"/>
            <a:r>
              <a:rPr lang="en-US" altLang="zh-TW" dirty="0"/>
              <a:t>Add Input data register</a:t>
            </a:r>
          </a:p>
          <a:p>
            <a:pPr lvl="1"/>
            <a:r>
              <a:rPr lang="en-US" altLang="zh-TW" dirty="0"/>
              <a:t>Add Output data register</a:t>
            </a:r>
          </a:p>
        </p:txBody>
      </p:sp>
    </p:spTree>
    <p:extLst>
      <p:ext uri="{BB962C8B-B14F-4D97-AF65-F5344CB8AC3E}">
        <p14:creationId xmlns:p14="http://schemas.microsoft.com/office/powerpoint/2010/main" val="2760308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40E4A9-F53E-488D-B422-41C424D54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Testbench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256C411-2C0B-422F-9558-9CAADBF883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138" y="1135831"/>
            <a:ext cx="6957721" cy="2563786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8BEFDE39-F2E5-4517-A61C-3792D5F02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082" y="3813861"/>
            <a:ext cx="6501832" cy="2962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6966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40E4A9-F53E-488D-B422-41C424D54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Code Review Questions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9A9B095-7983-4BCC-B26A-5C2AF1138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864" y="1756331"/>
            <a:ext cx="11244271" cy="3811349"/>
          </a:xfrm>
          <a:prstGeom prst="rect">
            <a:avLst/>
          </a:prstGeom>
        </p:spPr>
      </p:pic>
      <p:sp>
        <p:nvSpPr>
          <p:cNvPr id="8" name="內容版面配置區 6">
            <a:extLst>
              <a:ext uri="{FF2B5EF4-FFF2-40B4-BE49-F238E27FC236}">
                <a16:creationId xmlns:a16="http://schemas.microsoft.com/office/drawing/2014/main" id="{A89018C8-DD2C-41AE-BE39-3BBD18C19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127" y="1136071"/>
            <a:ext cx="10515600" cy="534155"/>
          </a:xfrm>
        </p:spPr>
        <p:txBody>
          <a:bodyPr/>
          <a:lstStyle/>
          <a:p>
            <a:r>
              <a:rPr lang="en-US" altLang="zh-TW" dirty="0"/>
              <a:t>FIR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608211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40E4A9-F53E-488D-B422-41C424D54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Code Review Questions</a:t>
            </a:r>
            <a:endParaRPr lang="zh-TW" altLang="en-US" dirty="0"/>
          </a:p>
        </p:txBody>
      </p:sp>
      <p:sp>
        <p:nvSpPr>
          <p:cNvPr id="4" name="內容版面配置區 6">
            <a:extLst>
              <a:ext uri="{FF2B5EF4-FFF2-40B4-BE49-F238E27FC236}">
                <a16:creationId xmlns:a16="http://schemas.microsoft.com/office/drawing/2014/main" id="{6503C55B-75ED-4713-AA44-6462FEE460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127" y="962449"/>
            <a:ext cx="10515600" cy="534155"/>
          </a:xfrm>
        </p:spPr>
        <p:txBody>
          <a:bodyPr/>
          <a:lstStyle/>
          <a:p>
            <a:r>
              <a:rPr lang="en-US" altLang="zh-TW" dirty="0"/>
              <a:t>Address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E27751F-006B-4B3F-A727-EAD2C130F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49" y="1357702"/>
            <a:ext cx="11469556" cy="315144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E685FB2-94D2-44B0-9976-E05037E182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149" y="4909282"/>
            <a:ext cx="11311896" cy="1879937"/>
          </a:xfrm>
          <a:prstGeom prst="rect">
            <a:avLst/>
          </a:prstGeom>
        </p:spPr>
      </p:pic>
      <p:sp>
        <p:nvSpPr>
          <p:cNvPr id="9" name="內容版面配置區 6">
            <a:extLst>
              <a:ext uri="{FF2B5EF4-FFF2-40B4-BE49-F238E27FC236}">
                <a16:creationId xmlns:a16="http://schemas.microsoft.com/office/drawing/2014/main" id="{FE8BF016-7B60-4813-AE97-D6DE94F0DFA1}"/>
              </a:ext>
            </a:extLst>
          </p:cNvPr>
          <p:cNvSpPr txBox="1">
            <a:spLocks/>
          </p:cNvSpPr>
          <p:nvPr/>
        </p:nvSpPr>
        <p:spPr>
          <a:xfrm>
            <a:off x="845127" y="4500014"/>
            <a:ext cx="10515600" cy="5341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 2" pitchFamily="18" charset="2"/>
              <a:buChar char="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Char char="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Char char="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Char char="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Char char="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Wingdings 2" pitchFamily="18" charset="2"/>
              <a:buChar char="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Wingdings 2" pitchFamily="18" charset="2"/>
              <a:buChar char="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Wingdings 2" pitchFamily="18" charset="2"/>
              <a:buChar char="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Wingdings 2" pitchFamily="18" charset="2"/>
              <a:buChar char="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AXI-Stream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1238812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訂 2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NTU_template</Template>
  <TotalTime>15066</TotalTime>
  <Words>121</Words>
  <Application>Microsoft Office PowerPoint</Application>
  <PresentationFormat>寬螢幕</PresentationFormat>
  <Paragraphs>38</Paragraphs>
  <Slides>12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8" baseType="lpstr">
      <vt:lpstr>Arial Black</vt:lpstr>
      <vt:lpstr>Calibri</vt:lpstr>
      <vt:lpstr>Impact</vt:lpstr>
      <vt:lpstr>Times New Roman</vt:lpstr>
      <vt:lpstr>Wingdings 2</vt:lpstr>
      <vt:lpstr>HDOfficeLightV0</vt:lpstr>
      <vt:lpstr>Lab3 Verilog FIR</vt:lpstr>
      <vt:lpstr>Outline</vt:lpstr>
      <vt:lpstr>Block Diagram</vt:lpstr>
      <vt:lpstr>Block Diagram</vt:lpstr>
      <vt:lpstr>Block Diagram</vt:lpstr>
      <vt:lpstr>Waveform</vt:lpstr>
      <vt:lpstr>Tap/Data RAM access sequence &amp; its control</vt:lpstr>
      <vt:lpstr>Axilite access timing</vt:lpstr>
      <vt:lpstr>Special cases handling</vt:lpstr>
      <vt:lpstr>Testbench</vt:lpstr>
      <vt:lpstr>Code Review Questions</vt:lpstr>
      <vt:lpstr>Code Review 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Survey on RNA Quantification</dc:title>
  <dc:creator>Howard Zhong</dc:creator>
  <cp:lastModifiedBy>瀚坪 陳</cp:lastModifiedBy>
  <cp:revision>216</cp:revision>
  <dcterms:created xsi:type="dcterms:W3CDTF">2023-05-20T09:39:55Z</dcterms:created>
  <dcterms:modified xsi:type="dcterms:W3CDTF">2024-10-22T04:15:30Z</dcterms:modified>
</cp:coreProperties>
</file>